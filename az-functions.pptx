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2A41-FCEA-8C39-60DC-6DA67DDA8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E1FC3-6F4E-027B-FCAF-836C73073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9560C-0452-05A0-5F36-BAAF4FFB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E5A90-60CB-6FFB-9B19-E0535F61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D024F-9251-B29F-1647-135D49898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0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E663-66F4-BEA2-02D6-4DFFDB49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6309-37AA-19ED-AD3F-8DD5CC039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EEE70-0584-1986-76E1-3A8B170F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0198A-1235-54FE-77A1-44814BD5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05331-B9A0-907F-B5A0-77D3FD6E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22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5D0A-B898-8D02-FD32-1B477193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0DB92-F842-86B4-AFE3-E3B6A2961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D9F66-C297-8F1F-4022-808A0F47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B9093-AB30-4CB6-8E60-F9BA9FDD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8EECC-0494-D4DF-7616-EE279A8ED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79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C1C3-C3E3-9D8E-09A3-747B91E5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2A3C6-65DF-12B0-AB00-D469945B1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7BCCF-10D8-4E0B-556B-D132D5597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903B4-A73B-FCDE-0F1C-B659A452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F6BB5-2F30-70C3-78BB-C48DD8B7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712C1-3F44-D569-89A2-ED559816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78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6AD2-57B1-2739-9650-1F08500C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B788E-A378-B800-4D9C-4607906A7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C9111-8190-7120-ABD2-F1B3F0AD0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3728D-F751-6FC8-B9D3-E25109719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9C7CE-2D08-C3EC-CFFA-5FA3FE029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59337-C2A6-3601-6B6E-D0173BDB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6945B-99AA-7536-FE90-39B78184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FD8F1-53CE-1744-F77A-C22FD3AE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81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B71D-BA50-87CF-4272-7864EF39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8EE68-EBB0-804A-0FC4-C27A9FE68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D89DC-B03F-05C2-03DF-D5D24AD8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CBB5A-424B-A8A2-45F6-B9FC812D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952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7C82C-9261-3313-0874-29FC5EE7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76E98-D1E8-A4A7-7F50-E33676BE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E6EC2-2083-E39B-36E6-70EF7A3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96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0CCD-8B46-B330-6507-C90BB08F0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F77F-FB4E-A06B-760D-FA4D2BD69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1D9FC-A930-0907-CBB2-CE0CD8FA7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04053-DD64-6328-730B-72527959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7C75F-31A7-3236-8FE2-A3C654BE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107E4-4D8A-0A24-0920-3CE99129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95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B7AB-0311-970E-3792-96829CA4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7EB98-1088-A868-8ABF-2957B861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5CC6D-0DFF-7777-7C63-F0CC6178B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FE389-ACFA-AC6D-C5C7-3A0FB77D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8D0EC-4021-79E8-34D5-30A7331C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1A468-6280-93FF-9DE5-E9F80DD3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90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6B69-732F-B492-C827-0CA74BD10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FAD91-E02D-D7D7-3231-334EE4287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ECAAF-F4F7-EE8B-41E4-6CC646C13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5A36-EF58-CC51-B02D-12266956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6B7A3-852B-7A22-DA07-4046A273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0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D4E8A4-AE7A-5E69-BF99-EF019F68A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29998-BB30-0720-324F-2A7A8FBFC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B6B0A-0097-6215-103E-C3A8759B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1E98-9CC3-F5F3-620D-1C39D9AE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B64AC-57F6-1952-E705-17BB9495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97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03358-24ED-C40D-FF79-8E247E50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336FC-5FD3-E3B9-4D84-C036B0D95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29A29-4AED-26C4-C4E9-CB7AECD0D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47AF6-F1F8-494F-8D56-0672A2445CE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826FA-D5E9-96A1-E862-1F2ED77B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04CFF-0F29-6785-A1B2-DE4EE57EE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06BE7-EB3C-4F36-8763-AD4AC79C5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17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A6A3-2E77-5B20-7E26-F79793A4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Azure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100BF-20CF-CCA4-0069-D38CAEFF3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Azure Functions?</a:t>
            </a:r>
            <a:endParaRPr lang="en-IN" dirty="0"/>
          </a:p>
          <a:p>
            <a:pPr lvl="1"/>
            <a:r>
              <a:rPr lang="en-IN" dirty="0"/>
              <a:t>Serverless compute service from Microsoft Azure</a:t>
            </a:r>
          </a:p>
          <a:p>
            <a:pPr lvl="1"/>
            <a:r>
              <a:rPr lang="en-IN" dirty="0"/>
              <a:t>Run code in response to events (e.g., HTTP requests, timers, blobs)</a:t>
            </a:r>
          </a:p>
          <a:p>
            <a:pPr lvl="1"/>
            <a:r>
              <a:rPr lang="en-IN" dirty="0"/>
              <a:t>Pay-per-execution model: No server management, scale automatically</a:t>
            </a:r>
          </a:p>
          <a:p>
            <a:r>
              <a:rPr lang="en-IN" b="1" dirty="0"/>
              <a:t>Core Concept</a:t>
            </a:r>
            <a:endParaRPr lang="en-IN" dirty="0"/>
          </a:p>
          <a:p>
            <a:pPr lvl="1"/>
            <a:r>
              <a:rPr lang="en-IN" dirty="0"/>
              <a:t>"Functions as a service" (</a:t>
            </a:r>
            <a:r>
              <a:rPr lang="en-IN" dirty="0" err="1"/>
              <a:t>FaaS</a:t>
            </a:r>
            <a:r>
              <a:rPr lang="en-IN" dirty="0"/>
              <a:t>) – Write small, focused code snippets</a:t>
            </a:r>
          </a:p>
          <a:p>
            <a:pPr lvl="1"/>
            <a:r>
              <a:rPr lang="en-IN" dirty="0"/>
              <a:t>Supports multiple languages: C#, Java, JavaScript, Python, PowerShell,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20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9D2F-187A-55E3-DF3C-82124AF1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Key Features &amp; Benefits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F179C6-949C-EB7C-B131-D78922377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3"/>
            <a:ext cx="952388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 &amp; Bindings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Built-in integrations (e.g., Azure Storage, Cosmos DB, Service Bus)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Durable Functions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Orchestrate stateful workflows across functions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VS Code extension, Azure Portal, CLI for local testing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Managed identities, API keys,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Cost-effective: Billed only for execution time (free tier: 1M executions/month)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Scalable: Handles bursts from 0 to 1000s of instances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deployment: CI/CD with GitHub Actions or Azure DevOps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029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AF30-3B42-F719-DD9A-E2031D2F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Common Use Cases &amp; Getting Started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CC658-A799-51F6-C8BB-2EAA06802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b="1" dirty="0"/>
              <a:t>Use Cases</a:t>
            </a:r>
            <a:r>
              <a:rPr lang="en-IN" dirty="0"/>
              <a:t> Web APIs: Serverless backends for mobile/web apps</a:t>
            </a:r>
          </a:p>
          <a:p>
            <a:r>
              <a:rPr lang="en-IN" dirty="0"/>
              <a:t>Data Processing: ETL jobs on file uploads or IoT streams</a:t>
            </a:r>
          </a:p>
          <a:p>
            <a:r>
              <a:rPr lang="en-IN" dirty="0"/>
              <a:t>Automation: Scheduled tasks, chatbots, image resizing</a:t>
            </a:r>
          </a:p>
          <a:p>
            <a:r>
              <a:rPr lang="en-IN" dirty="0"/>
              <a:t>Integration: Glue between services (e.g., trigger on GitHub commit)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19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CE07B-A0FA-C468-6D4D-840B253C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327803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Building a RAG (Retrieval-Augmented Generation) </a:t>
            </a:r>
            <a:r>
              <a:rPr lang="en-IN" sz="2700" b="1" dirty="0"/>
              <a:t>System Using Azure Functions + Blob Storage + Azure OpenAI</a:t>
            </a:r>
            <a:br>
              <a:rPr lang="en-IN" sz="2700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BAEB-A45E-E6AE-0E43-62CF4CD04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Chunking • Embedding • Semantic Search • LLM Answers</a:t>
            </a:r>
          </a:p>
          <a:p>
            <a:endParaRPr lang="en-IN" dirty="0"/>
          </a:p>
          <a:p>
            <a:r>
              <a:rPr lang="en-IN" b="1" dirty="0"/>
              <a:t>What We Are Building</a:t>
            </a:r>
          </a:p>
          <a:p>
            <a:r>
              <a:rPr lang="en-IN" dirty="0"/>
              <a:t>A complete RAG pipeline using Azure services</a:t>
            </a:r>
          </a:p>
          <a:p>
            <a:r>
              <a:rPr lang="en-IN" dirty="0"/>
              <a:t>Reads document from Blob Storage</a:t>
            </a:r>
          </a:p>
          <a:p>
            <a:r>
              <a:rPr lang="en-IN" dirty="0"/>
              <a:t>Splits into chunks</a:t>
            </a:r>
          </a:p>
          <a:p>
            <a:r>
              <a:rPr lang="en-IN" dirty="0"/>
              <a:t>Generates embeddings</a:t>
            </a:r>
          </a:p>
          <a:p>
            <a:r>
              <a:rPr lang="en-IN" dirty="0"/>
              <a:t>Performs semantic search</a:t>
            </a:r>
          </a:p>
          <a:p>
            <a:r>
              <a:rPr lang="en-IN" dirty="0"/>
              <a:t>Answers user queries using an LLM (GPT-4o-mini)</a:t>
            </a:r>
          </a:p>
          <a:p>
            <a:r>
              <a:rPr lang="en-IN" b="1" dirty="0"/>
              <a:t>Tools Used:</a:t>
            </a:r>
            <a:br>
              <a:rPr lang="en-IN" dirty="0"/>
            </a:br>
            <a:r>
              <a:rPr lang="en-IN" dirty="0"/>
              <a:t>Azure Functions • Blob Storage • Azure OpenAI • Python • VS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4881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AC97-00DC-5CB4-8398-A2C88260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RAG?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18FCF-D7DA-7FEA-7904-253E30A6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Use RAG (Retrieval-Augmented Generation)?</a:t>
            </a:r>
          </a:p>
          <a:p>
            <a:r>
              <a:rPr lang="en-US" dirty="0"/>
              <a:t>LLMs don’t know your internal documents</a:t>
            </a:r>
          </a:p>
          <a:p>
            <a:r>
              <a:rPr lang="en-US" dirty="0"/>
              <a:t>RAG adds </a:t>
            </a:r>
            <a:r>
              <a:rPr lang="en-US" b="1" dirty="0"/>
              <a:t>your data</a:t>
            </a:r>
            <a:r>
              <a:rPr lang="en-US" dirty="0"/>
              <a:t> on top of the model</a:t>
            </a:r>
          </a:p>
          <a:p>
            <a:r>
              <a:rPr lang="en-US" dirty="0"/>
              <a:t>Reduces hallucinations</a:t>
            </a:r>
          </a:p>
          <a:p>
            <a:r>
              <a:rPr lang="en-US" dirty="0"/>
              <a:t>Ensures answers come from verified sources</a:t>
            </a:r>
          </a:p>
          <a:p>
            <a:r>
              <a:rPr lang="en-US" dirty="0"/>
              <a:t>Allows updating knowledge without retraining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84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7B90-0D68-65BC-AE81-C4E087B1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F50B4-7612-49E4-50DB-D7E5E7C5C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End-to-End Architecture</a:t>
            </a:r>
          </a:p>
          <a:p>
            <a:r>
              <a:rPr lang="en-IN" dirty="0"/>
              <a:t>User Query → </a:t>
            </a:r>
            <a:r>
              <a:rPr lang="en-IN" b="1" dirty="0"/>
              <a:t>HTTP Query Function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Vector Similarity Search (Embeddings from Blob)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Azure OpenAI Chat Model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Final Answer</a:t>
            </a:r>
          </a:p>
          <a:p>
            <a:r>
              <a:rPr lang="en-IN" dirty="0"/>
              <a:t>Document Upload → Chunk Function → Embed Function → Blob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246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57F1-CB44-AAF2-0ACB-AF1FA4BC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Azure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8054A-40AC-8622-8E89-EF2F087A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Serverless Functions for RAG?</a:t>
            </a:r>
          </a:p>
          <a:p>
            <a:r>
              <a:rPr lang="en-US" dirty="0"/>
              <a:t>No servers to manage</a:t>
            </a:r>
          </a:p>
          <a:p>
            <a:r>
              <a:rPr lang="en-US" dirty="0"/>
              <a:t>Automatically scales</a:t>
            </a:r>
          </a:p>
          <a:p>
            <a:r>
              <a:rPr lang="en-US" dirty="0"/>
              <a:t>Pay-per-use (cost efficient)</a:t>
            </a:r>
          </a:p>
          <a:p>
            <a:r>
              <a:rPr lang="en-US" dirty="0"/>
              <a:t>Perfect for microservice-style pipelines</a:t>
            </a:r>
          </a:p>
          <a:p>
            <a:r>
              <a:rPr lang="en-US" dirty="0"/>
              <a:t>Integrates natively with Azure Blob Storage</a:t>
            </a:r>
          </a:p>
          <a:p>
            <a:r>
              <a:rPr lang="en-US" dirty="0"/>
              <a:t>Fast to develop and deploy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12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3AC9-1EEE-BD9E-DA7A-C37BEC3E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Blob Storage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DB13-F670-0D29-2289-2C9E9EE8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Blob Storage Containers</a:t>
            </a:r>
          </a:p>
          <a:p>
            <a:r>
              <a:rPr lang="en-US" dirty="0"/>
              <a:t>We use 3 containers:</a:t>
            </a:r>
          </a:p>
          <a:p>
            <a:r>
              <a:rPr lang="en-US" b="1" dirty="0"/>
              <a:t>docs</a:t>
            </a:r>
            <a:r>
              <a:rPr lang="en-US" dirty="0"/>
              <a:t> – Raw uploaded files (FAQ documents)</a:t>
            </a:r>
          </a:p>
          <a:p>
            <a:r>
              <a:rPr lang="en-US" b="1" dirty="0"/>
              <a:t>chunks</a:t>
            </a:r>
            <a:r>
              <a:rPr lang="en-US" dirty="0"/>
              <a:t> – Generated text splits</a:t>
            </a:r>
          </a:p>
          <a:p>
            <a:r>
              <a:rPr lang="en-US" b="1" dirty="0"/>
              <a:t>embeddings</a:t>
            </a:r>
            <a:r>
              <a:rPr lang="en-US" dirty="0"/>
              <a:t> – JSON files with vectors for each chunk</a:t>
            </a:r>
          </a:p>
          <a:p>
            <a:r>
              <a:rPr lang="en-US" dirty="0"/>
              <a:t>This acts as our </a:t>
            </a:r>
            <a:r>
              <a:rPr lang="en-US" b="1" dirty="0"/>
              <a:t>simple vector store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52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1AF0-B348-1496-65FF-94053F2C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Azure OpenAI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8E1C0-8B41-2FEA-D508-511794C6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Models Deployed</a:t>
            </a:r>
          </a:p>
          <a:p>
            <a:r>
              <a:rPr lang="en-IN" b="1" dirty="0"/>
              <a:t>text-embedding-3-small</a:t>
            </a:r>
            <a:br>
              <a:rPr lang="en-IN" dirty="0"/>
            </a:br>
            <a:r>
              <a:rPr lang="en-IN" dirty="0"/>
              <a:t>→ Used for chunk and query embeddings</a:t>
            </a:r>
          </a:p>
          <a:p>
            <a:r>
              <a:rPr lang="en-IN" b="1" dirty="0"/>
              <a:t>gpt-4o-mini</a:t>
            </a:r>
            <a:br>
              <a:rPr lang="en-IN" dirty="0"/>
            </a:br>
            <a:r>
              <a:rPr lang="en-IN" dirty="0"/>
              <a:t>→ Generates final RAG answers</a:t>
            </a:r>
          </a:p>
          <a:p>
            <a:r>
              <a:rPr lang="en-IN" dirty="0"/>
              <a:t>Using Azure OpenAI ensures:</a:t>
            </a:r>
          </a:p>
          <a:p>
            <a:r>
              <a:rPr lang="en-IN" dirty="0"/>
              <a:t>Enterprise-grade governance</a:t>
            </a:r>
          </a:p>
          <a:p>
            <a:r>
              <a:rPr lang="en-IN" dirty="0"/>
              <a:t>Regional model hosting</a:t>
            </a:r>
          </a:p>
          <a:p>
            <a:r>
              <a:rPr lang="en-IN" dirty="0"/>
              <a:t>Compliance and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24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24BD-C11A-2B29-E3E1-C24A60697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Folder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D931E-EA1B-3E05-4F40-25A562280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az</a:t>
            </a:r>
            <a:r>
              <a:rPr lang="en-IN" dirty="0"/>
              <a:t>/</a:t>
            </a:r>
          </a:p>
          <a:p>
            <a:r>
              <a:rPr lang="en-IN" dirty="0"/>
              <a:t> ├── chunk/    (split document)</a:t>
            </a:r>
          </a:p>
          <a:p>
            <a:r>
              <a:rPr lang="en-IN" dirty="0"/>
              <a:t> ├── embed/    (generate embeddings)</a:t>
            </a:r>
          </a:p>
          <a:p>
            <a:r>
              <a:rPr lang="en-IN" dirty="0"/>
              <a:t> ├── query/    (semantic search + answer)</a:t>
            </a:r>
          </a:p>
          <a:p>
            <a:r>
              <a:rPr lang="en-IN" dirty="0"/>
              <a:t> ├── </a:t>
            </a:r>
            <a:r>
              <a:rPr lang="en-IN" dirty="0" err="1"/>
              <a:t>host.json</a:t>
            </a:r>
            <a:endParaRPr lang="en-IN" dirty="0"/>
          </a:p>
          <a:p>
            <a:r>
              <a:rPr lang="en-IN" dirty="0"/>
              <a:t> ├── </a:t>
            </a:r>
            <a:r>
              <a:rPr lang="en-IN" dirty="0" err="1"/>
              <a:t>local.settings.json</a:t>
            </a:r>
            <a:endParaRPr lang="en-IN" dirty="0"/>
          </a:p>
          <a:p>
            <a:r>
              <a:rPr lang="en-IN" dirty="0"/>
              <a:t> └── requirements.txt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36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74E1-18FA-FAA9-D420-6E773EEA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487C0-C417-BA38-8640-657776980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the Chunk Function Does</a:t>
            </a:r>
          </a:p>
          <a:p>
            <a:r>
              <a:rPr lang="en-US" dirty="0"/>
              <a:t>Downloads the document from docs/ container</a:t>
            </a:r>
          </a:p>
          <a:p>
            <a:r>
              <a:rPr lang="en-US" dirty="0"/>
              <a:t>Splits it into smaller sections (200 words)</a:t>
            </a:r>
          </a:p>
          <a:p>
            <a:r>
              <a:rPr lang="en-US" dirty="0"/>
              <a:t>Uploads chunks to the chunks/ container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Improves retrieval accuracy by working with small, meaningful blocks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89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0C86-7FB3-E6CC-2295-B56BDAEC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658C0-703E-19B9-C75D-9D8B0041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the Embed Function Does</a:t>
            </a:r>
          </a:p>
          <a:p>
            <a:r>
              <a:rPr lang="en-US" dirty="0"/>
              <a:t>Reads each text chunk</a:t>
            </a:r>
          </a:p>
          <a:p>
            <a:r>
              <a:rPr lang="en-US" dirty="0"/>
              <a:t>Generates embeddings using Azure OpenAI</a:t>
            </a:r>
          </a:p>
          <a:p>
            <a:r>
              <a:rPr lang="en-US" dirty="0"/>
              <a:t>Saves [chunk + vector] in embeddings container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Converts text into a vector representation for semantic search.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03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B0F1-FE08-6F67-1E73-42247A46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AB9B-BFD6-C1FC-693D-D2963E076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the Query Function Does</a:t>
            </a:r>
          </a:p>
          <a:p>
            <a:r>
              <a:rPr lang="en-US" dirty="0"/>
              <a:t>Receives a user question</a:t>
            </a:r>
          </a:p>
          <a:p>
            <a:r>
              <a:rPr lang="en-US" dirty="0"/>
              <a:t>Converts question into embedding</a:t>
            </a:r>
          </a:p>
          <a:p>
            <a:r>
              <a:rPr lang="en-US" dirty="0"/>
              <a:t>Computes cosine similarity with stored chunk vectors</a:t>
            </a:r>
          </a:p>
          <a:p>
            <a:r>
              <a:rPr lang="en-US" dirty="0"/>
              <a:t>Selects most relevant chunk</a:t>
            </a:r>
          </a:p>
          <a:p>
            <a:r>
              <a:rPr lang="en-US" dirty="0"/>
              <a:t>Sends question + context to chat model</a:t>
            </a:r>
          </a:p>
          <a:p>
            <a:r>
              <a:rPr lang="en-US" dirty="0"/>
              <a:t>Returns final answer</a:t>
            </a:r>
          </a:p>
          <a:p>
            <a:r>
              <a:rPr lang="en-US" b="1" dirty="0"/>
              <a:t>This is the heart of RAG.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37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08D8D-D5B8-992A-4C87-FA6F6B57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an Entire Query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9B9EC-1DB7-8142-FDD4-166C45B7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When a User Asks a Question</a:t>
            </a:r>
          </a:p>
          <a:p>
            <a:r>
              <a:rPr lang="en-US" dirty="0"/>
              <a:t>Create embedding of question</a:t>
            </a:r>
          </a:p>
          <a:p>
            <a:r>
              <a:rPr lang="en-US" dirty="0"/>
              <a:t>Compare with stored chunk embeddings</a:t>
            </a:r>
          </a:p>
          <a:p>
            <a:r>
              <a:rPr lang="en-US" dirty="0"/>
              <a:t>Pick best matching chunk</a:t>
            </a:r>
          </a:p>
          <a:p>
            <a:r>
              <a:rPr lang="en-US" dirty="0"/>
              <a:t>Feed chunk + question to LLM</a:t>
            </a:r>
          </a:p>
          <a:p>
            <a:r>
              <a:rPr lang="en-US" dirty="0"/>
              <a:t>Generate final answer</a:t>
            </a:r>
          </a:p>
          <a:p>
            <a:r>
              <a:rPr lang="en-US" dirty="0"/>
              <a:t>This ensures answers are grounded on actual documents.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8583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E46A-BDEF-1AA7-7AA7-2E08B032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Trigger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D2693-C693-2A3A-BECA-6A4CF0B0B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Triggers Used in This Project</a:t>
            </a:r>
          </a:p>
          <a:p>
            <a:r>
              <a:rPr lang="en-US" dirty="0"/>
              <a:t>We use </a:t>
            </a:r>
            <a:r>
              <a:rPr lang="en-US" b="1" dirty="0"/>
              <a:t>HTTP triggers</a:t>
            </a:r>
            <a:r>
              <a:rPr lang="en-US" dirty="0"/>
              <a:t>:</a:t>
            </a:r>
          </a:p>
          <a:p>
            <a:r>
              <a:rPr lang="en-US" dirty="0"/>
              <a:t>/chunk → manual text splitting</a:t>
            </a:r>
          </a:p>
          <a:p>
            <a:r>
              <a:rPr lang="en-US" dirty="0"/>
              <a:t>/embed → manual embedding generation</a:t>
            </a:r>
          </a:p>
          <a:p>
            <a:r>
              <a:rPr lang="en-US" dirty="0"/>
              <a:t>/query → real-time RAG answering</a:t>
            </a:r>
          </a:p>
          <a:p>
            <a:r>
              <a:rPr lang="en-US" b="1" dirty="0"/>
              <a:t>No blob triggers</a:t>
            </a:r>
            <a:r>
              <a:rPr lang="en-US" dirty="0"/>
              <a:t> in this version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598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8632-316A-0C03-AE4F-DCA25B7C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 Development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2D1B8-7B2F-95B8-8194-44F2D5F0B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Running Locally</a:t>
            </a:r>
          </a:p>
          <a:p>
            <a:r>
              <a:rPr lang="en-IN" dirty="0"/>
              <a:t>Create Functions project</a:t>
            </a:r>
          </a:p>
          <a:p>
            <a:r>
              <a:rPr lang="en-IN" dirty="0"/>
              <a:t>Add chunk, embed, query</a:t>
            </a:r>
          </a:p>
          <a:p>
            <a:r>
              <a:rPr lang="en-IN" dirty="0"/>
              <a:t>Add configuration in </a:t>
            </a:r>
            <a:r>
              <a:rPr lang="en-IN" dirty="0" err="1"/>
              <a:t>local.settings.json</a:t>
            </a:r>
            <a:endParaRPr lang="en-IN" dirty="0"/>
          </a:p>
          <a:p>
            <a:r>
              <a:rPr lang="en-IN" dirty="0"/>
              <a:t>Start host: </a:t>
            </a:r>
            <a:r>
              <a:rPr lang="en-IN" dirty="0" err="1"/>
              <a:t>func</a:t>
            </a:r>
            <a:r>
              <a:rPr lang="en-IN" dirty="0"/>
              <a:t> start</a:t>
            </a:r>
          </a:p>
          <a:p>
            <a:r>
              <a:rPr lang="en-IN" dirty="0"/>
              <a:t>Trigger endpoints via browser/Postman</a:t>
            </a:r>
          </a:p>
          <a:p>
            <a:r>
              <a:rPr lang="en-IN" dirty="0"/>
              <a:t>This makes debugging simple.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829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EF76-9F85-5E59-B12D-D6A730AB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Production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9E941-3A29-2B18-D218-7B7CA1ADE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This Would Work in Production</a:t>
            </a:r>
          </a:p>
          <a:p>
            <a:r>
              <a:rPr lang="en-US" dirty="0"/>
              <a:t>Documents auto-processed using Blob Triggers</a:t>
            </a:r>
          </a:p>
          <a:p>
            <a:r>
              <a:rPr lang="en-US" dirty="0"/>
              <a:t>Embeddings regenerated when file changes</a:t>
            </a:r>
          </a:p>
          <a:p>
            <a:r>
              <a:rPr lang="en-US" dirty="0"/>
              <a:t>Query API served behind API Gateway</a:t>
            </a:r>
          </a:p>
          <a:p>
            <a:r>
              <a:rPr lang="en-US" dirty="0"/>
              <a:t>Scales automatically</a:t>
            </a:r>
          </a:p>
          <a:p>
            <a:r>
              <a:rPr lang="en-US" dirty="0"/>
              <a:t>Can be used in web apps, chatbots, customer support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952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797A-D93E-AAE9-0248-24F27E65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E5F1F-7F79-EE0F-C877-27578A244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Where Companies Use RAG</a:t>
            </a:r>
          </a:p>
          <a:p>
            <a:r>
              <a:rPr lang="en-US" dirty="0"/>
              <a:t>Customer support bots</a:t>
            </a:r>
          </a:p>
          <a:p>
            <a:r>
              <a:rPr lang="en-US" dirty="0"/>
              <a:t>SOP &amp; policy retrieval</a:t>
            </a:r>
          </a:p>
          <a:p>
            <a:r>
              <a:rPr lang="en-US" dirty="0"/>
              <a:t>E-commerce product Q&amp;A</a:t>
            </a:r>
          </a:p>
          <a:p>
            <a:r>
              <a:rPr lang="en-US" dirty="0"/>
              <a:t>Finance compliance document lookup</a:t>
            </a:r>
          </a:p>
          <a:p>
            <a:r>
              <a:rPr lang="en-US" dirty="0"/>
              <a:t>HR / company knowledge base</a:t>
            </a:r>
          </a:p>
          <a:p>
            <a:r>
              <a:rPr lang="en-US" dirty="0"/>
              <a:t>IT troubleshooting assistants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74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Application>Microsoft Office PowerPoint</Application>
  <PresentationFormat>Widescreen</PresentationFormat>
  <Paragraphs>137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Introduction to Azure Functions</vt:lpstr>
      <vt:lpstr>Key Features &amp; Benefits </vt:lpstr>
      <vt:lpstr>Common Use Cases &amp; Getting Started </vt:lpstr>
      <vt:lpstr> Building a RAG (Retrieval-Augmented Generation) System Using Azure Functions + Blob Storage + Azure OpenAI  </vt:lpstr>
      <vt:lpstr>Why RAG?</vt:lpstr>
      <vt:lpstr>Architecture Diagram</vt:lpstr>
      <vt:lpstr>Why Azure Functions?</vt:lpstr>
      <vt:lpstr>Blob Storage Setup</vt:lpstr>
      <vt:lpstr>Azure OpenAI Setup</vt:lpstr>
      <vt:lpstr>Project Folder Structure</vt:lpstr>
      <vt:lpstr>Chunk Function</vt:lpstr>
      <vt:lpstr>Embed Function</vt:lpstr>
      <vt:lpstr>Query Function</vt:lpstr>
      <vt:lpstr>Flow of an Entire Query</vt:lpstr>
      <vt:lpstr>Trigger Types</vt:lpstr>
      <vt:lpstr>Local Development Flow</vt:lpstr>
      <vt:lpstr>Real-World Production Flow</vt:lpstr>
      <vt:lpstr>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GS</dc:creator>
  <cp:lastModifiedBy>Pavan GS</cp:lastModifiedBy>
  <cp:revision>2</cp:revision>
  <dcterms:created xsi:type="dcterms:W3CDTF">2025-12-02T03:52:05Z</dcterms:created>
  <dcterms:modified xsi:type="dcterms:W3CDTF">2025-12-02T03:52:12Z</dcterms:modified>
</cp:coreProperties>
</file>